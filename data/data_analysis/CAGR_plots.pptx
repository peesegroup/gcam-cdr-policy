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F1957-6F1D-840B-67E7-71B5A1AF5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31CC9-E92E-FDD3-661F-C2687897C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09E2-C895-F9E8-04CD-B0686FAD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D47DF-19A4-D19E-A0CD-6BC9A4C2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07777-A8F9-B4DB-41F2-8FABF812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8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D56E-F237-6C7A-8AF0-A0BBF478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7D165-ACC2-3D4A-110F-612E8DFB8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4514-2B2A-CB6C-64D1-A43B3496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D90FB-37F3-2E9C-4713-E3320A4C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11DC-2693-F33E-C9AD-F4E7426A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0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DD1-C3B3-509F-BF96-C6888BC1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5DFB-CC9F-7E5E-4E6E-D8643B24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DEEAE-D39C-79E7-1810-ABA81ADA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7D3E6-6E83-96B1-864C-42A3CEE3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49CF5-DF6C-BD20-1AEB-AE1D5467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5B01-4FE9-85DC-C9EF-132BF290A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5061D-62BD-8B47-142B-55AC60374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4793C-5EB0-BFC6-64DF-08CDF0A48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64570C-685F-F8FB-75D5-263675D8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7E120-6771-8210-5A2C-E0232B2B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42C9D-72EB-DA9E-FCC2-44843796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44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AB73-9CC4-300C-6895-0DB6A513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A5C7A-B8F0-FEE0-3797-83217FCDC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12373-DD0E-A6FE-768A-E5EBA2E0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5F6D0-1B6C-077B-51A2-FAA35D79DE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591CE3-0029-9C5B-82B9-B58BC646D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D7492-50C7-E49D-0F14-6B0FB04A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B5EF6-C56B-A478-9B4B-C093A1070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5EDBA3-CED9-3974-B777-F75D42F0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5B4-BE64-3F7E-4DD3-EE5D24DA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D33299-64E4-0627-7FE0-D398D9FC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1AAB5-3058-31B6-5CF6-49B7DAF6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64612-07D6-D60E-E82B-FB533FCFF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73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1F051-202C-398D-53A1-FF97A504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50070-1DD9-26CA-C866-7516AE3EC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6C3BC-1395-7653-8E6B-350C7A6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4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7426-0843-7146-4F88-AE0F8994A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81C2-BA17-A5BA-FFC1-2C2EC3AAD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872D9-2CFF-B0E4-C7E8-C64CE8B7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92B34-C221-4DBF-0560-B778A8BD7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1D9C8-EFD6-65EC-A172-F54F4329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71FC3-BC85-573B-B6DD-4526540D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4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8BFD3-3854-2CB1-EA23-F82506558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63979-547F-C4D2-F8C8-ADEA6449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DA2CE-27D1-7D8B-2659-5B9C9B468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B1360-1888-D46D-1876-A9FBBEBE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465A3-4D8A-1DBA-B583-FCE03EF8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F97CF-575A-6659-0623-5BE0F1E9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7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5F69D-79DD-BB4B-83FE-9FC12429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24B5C-F2B2-B692-4BDE-3E9B0DDB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9B748-1839-BEA8-33BE-4551DCA6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5B6E6-A473-1313-40DC-818E0294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A892B-83F8-EAC0-1127-85FFFE796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541A7-C4EC-AA94-D096-8FE695D8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C1AF62-9EDC-EF42-17E1-CBBE1F741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51BF2-38A3-3D3E-77CE-73FA0422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1F3AD-E6EE-B444-69B6-079F6484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FA7C1-D45C-BAF7-E4B5-436CA8D1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96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09763-AA6C-EF32-E321-6B240172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7BC7-7491-36ED-0A9D-2F99CB11C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D5790-F64C-D2D9-98DD-3FEFEA0CB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820A4-0B52-43A8-957A-6471D3E9C03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13EBE-FE41-5986-0543-98B4EF8DA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EFDD1-2FB8-3225-B6F1-558C7F8C7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F4C3A95C-640A-D36D-0494-73BE2292C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162" y="966645"/>
            <a:ext cx="4267796" cy="25054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94C91C-9A3A-85AE-C685-E702F93598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369" b="57878"/>
          <a:stretch>
            <a:fillRect/>
          </a:stretch>
        </p:blipFill>
        <p:spPr>
          <a:xfrm>
            <a:off x="5400566" y="1060953"/>
            <a:ext cx="880013" cy="99644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CADB7F4-E5CA-970D-F9CC-372093EF0455}"/>
              </a:ext>
            </a:extLst>
          </p:cNvPr>
          <p:cNvSpPr/>
          <p:nvPr/>
        </p:nvSpPr>
        <p:spPr>
          <a:xfrm>
            <a:off x="2892287" y="2586682"/>
            <a:ext cx="3299791" cy="38681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9784D9-1593-0D52-D5E0-EB2A5C58CED0}"/>
              </a:ext>
            </a:extLst>
          </p:cNvPr>
          <p:cNvCxnSpPr>
            <a:cxnSpLocks/>
          </p:cNvCxnSpPr>
          <p:nvPr/>
        </p:nvCxnSpPr>
        <p:spPr>
          <a:xfrm>
            <a:off x="2892287" y="2973501"/>
            <a:ext cx="144453" cy="240580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DAD20B-0989-58D4-DF91-76FB09E2A53F}"/>
              </a:ext>
            </a:extLst>
          </p:cNvPr>
          <p:cNvCxnSpPr>
            <a:cxnSpLocks/>
          </p:cNvCxnSpPr>
          <p:nvPr/>
        </p:nvCxnSpPr>
        <p:spPr>
          <a:xfrm flipH="1">
            <a:off x="6096000" y="2973501"/>
            <a:ext cx="96078" cy="240580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2659C77-616D-9FBB-F9CE-F58D266608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740" y="3634049"/>
            <a:ext cx="3059260" cy="174526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9764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A1A7413-694A-85AE-8360-7FB925BC0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108" y="282348"/>
            <a:ext cx="4372585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82EC1E-42A4-97E9-46CE-8B1F23FDCC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369" b="57878"/>
          <a:stretch>
            <a:fillRect/>
          </a:stretch>
        </p:blipFill>
        <p:spPr>
          <a:xfrm>
            <a:off x="4634447" y="305036"/>
            <a:ext cx="880013" cy="99644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32D5E26-E159-6C7D-A200-156C0F7695A0}"/>
              </a:ext>
            </a:extLst>
          </p:cNvPr>
          <p:cNvSpPr/>
          <p:nvPr/>
        </p:nvSpPr>
        <p:spPr>
          <a:xfrm>
            <a:off x="2015620" y="1911179"/>
            <a:ext cx="3561396" cy="477404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52946-E5F1-8632-6EE6-BB9B1E523C7C}"/>
              </a:ext>
            </a:extLst>
          </p:cNvPr>
          <p:cNvCxnSpPr>
            <a:cxnSpLocks/>
          </p:cNvCxnSpPr>
          <p:nvPr/>
        </p:nvCxnSpPr>
        <p:spPr>
          <a:xfrm>
            <a:off x="2015620" y="2388583"/>
            <a:ext cx="150930" cy="215827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59E015-7142-A479-B36D-1BB0BFE2BBC3}"/>
              </a:ext>
            </a:extLst>
          </p:cNvPr>
          <p:cNvCxnSpPr>
            <a:cxnSpLocks/>
          </p:cNvCxnSpPr>
          <p:nvPr/>
        </p:nvCxnSpPr>
        <p:spPr>
          <a:xfrm flipH="1">
            <a:off x="5315411" y="2388583"/>
            <a:ext cx="261605" cy="215827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1B5A77E6-7334-CE6B-E6B8-7BBECB455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550" y="2819667"/>
            <a:ext cx="3148861" cy="177979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1710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37BBCFE-011F-1FFA-A232-E0E0B4B9B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207" y="2152862"/>
            <a:ext cx="4191585" cy="24863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F2AA3B-1222-D484-2F16-4276D4E097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369" b="57878"/>
          <a:stretch>
            <a:fillRect/>
          </a:stretch>
        </p:blipFill>
        <p:spPr>
          <a:xfrm>
            <a:off x="7229366" y="2216215"/>
            <a:ext cx="880013" cy="996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699B4FE-3B63-5F24-D103-88CC125D0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418" y="2190577"/>
            <a:ext cx="4039164" cy="24768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4EA8C4-64F9-9B14-B8BA-353989409D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369" b="57878"/>
          <a:stretch>
            <a:fillRect/>
          </a:stretch>
        </p:blipFill>
        <p:spPr>
          <a:xfrm>
            <a:off x="7258920" y="2249167"/>
            <a:ext cx="792794" cy="89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53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2</cp:revision>
  <dcterms:created xsi:type="dcterms:W3CDTF">2026-01-28T19:04:55Z</dcterms:created>
  <dcterms:modified xsi:type="dcterms:W3CDTF">2026-01-28T19:34:24Z</dcterms:modified>
</cp:coreProperties>
</file>
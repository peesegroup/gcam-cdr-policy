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40" d="100"/>
          <a:sy n="40" d="100"/>
        </p:scale>
        <p:origin x="54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F1957-6F1D-840B-67E7-71B5A1AF5E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D31CC9-E92E-FDD3-661F-C2687897C3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C09E2-C895-F9E8-04CD-B0686FAD9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5D47DF-19A4-D19E-A0CD-6BC9A4C23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307777-A8F9-B4DB-41F2-8FABF812A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9988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DD56E-F237-6C7A-8AF0-A0BBF478C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7D165-ACC2-3D4A-110F-612E8DFB8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D4514-2B2A-CB6C-64D1-A43B3496F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D90FB-37F3-2E9C-4713-E3320A4C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411DC-2693-F33E-C9AD-F4E7426A2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608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5FDD1-C3B3-509F-BF96-C6888BC1C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5C5DFB-CC9F-7E5E-4E6E-D8643B24E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DEEAE-D39C-79E7-1810-ABA81ADA5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B7D3E6-6E83-96B1-864C-42A3CEE353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249CF5-DF6C-BD20-1AEB-AE1D54670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401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D5B01-4FE9-85DC-C9EF-132BF290A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5061D-62BD-8B47-142B-55AC603749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4793C-5EB0-BFC6-64DF-08CDF0A48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64570C-685F-F8FB-75D5-263675D80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37E120-6771-8210-5A2C-E0232B2B0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B42C9D-72EB-DA9E-FCC2-448437965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7449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8AB73-9CC4-300C-6895-0DB6A5133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A5C7A-B8F0-FEE0-3797-83217FCDC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12373-DD0E-A6FE-768A-E5EBA2E089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A5F6D0-1B6C-077B-51A2-FAA35D79DE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591CE3-0029-9C5B-82B9-B58BC646DC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2D7492-50C7-E49D-0F14-6B0FB04A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CB5EF6-C56B-A478-9B4B-C093A1070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5EDBA3-CED9-3974-B777-F75D42F0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19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35B4-BE64-3F7E-4DD3-EE5D24DAF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D33299-64E4-0627-7FE0-D398D9FC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91AAB5-3058-31B6-5CF6-49B7DAF6D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964612-07D6-D60E-E82B-FB533FCFF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9736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1F051-202C-398D-53A1-FF97A5047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250070-1DD9-26CA-C866-7516AE3EC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96C3BC-1395-7653-8E6B-350C7A6D8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346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A7426-0843-7146-4F88-AE0F8994A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981C2-BA17-A5BA-FFC1-2C2EC3AAD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872D9-2CFF-B0E4-C7E8-C64CE8B7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92B34-C221-4DBF-0560-B778A8BD7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81D9C8-EFD6-65EC-A172-F54F4329A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71FC3-BC85-573B-B6DD-4526540D8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448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8BFD3-3854-2CB1-EA23-F82506558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963979-547F-C4D2-F8C8-ADEA644968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DA2CE-27D1-7D8B-2659-5B9C9B468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CB1360-1888-D46D-1876-A9FBBEBE1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0465A3-4D8A-1DBA-B583-FCE03EF8A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F97CF-575A-6659-0623-5BE0F1E9D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375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5F69D-79DD-BB4B-83FE-9FC12429C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E24B5C-F2B2-B692-4BDE-3E9B0DDB1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9B748-1839-BEA8-33BE-4551DCA60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5B6E6-A473-1313-40DC-818E0294B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9A892B-83F8-EAC0-1127-85FFFE796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22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E541A7-C4EC-AA94-D096-8FE695D814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C1AF62-9EDC-EF42-17E1-CBBE1F7412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51BF2-38A3-3D3E-77CE-73FA04225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31F3AD-E6EE-B444-69B6-079F648475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CFA7C1-D45C-BAF7-E4B5-436CA8D1C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696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009763-AA6C-EF32-E321-6B240172D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27BC7-7491-36ED-0A9D-2F99CB11C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2D5790-F64C-D2D9-98DD-3FEFEA0CB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C820A4-0B52-43A8-957A-6471D3E9C03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D13EBE-FE41-5986-0543-98B4EF8DA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EFDD1-2FB8-3225-B6F1-558C7F8C70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B049B7-F412-4D90-84FB-ECDCA95696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754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D2589A5-11CD-F23F-AA53-D266B0C9D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096322" cy="24292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74740D-E5EE-65BC-730C-0D2FD5E25A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30" y="53175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64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566C0F-7EFA-8053-F5AB-99F156488E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292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1CE6A8-84F5-92F6-653D-B238E05F2F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164" y="61081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7103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81022F-B8FA-FC2E-2681-87AF6A39CB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76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3F2024-BDDA-B50B-C0F5-DB428C347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367" y="79512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861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BBA62E-A587-872F-18E7-DCE1CFEC1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5779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4285438-8794-8ED6-4C87-E2C847CD4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4427" y="0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153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F5F33-99CA-0504-6C3C-DB72A8328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86A5D1-DE65-90C0-D7DC-5479E1645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34427" cy="24482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D932843-C86B-DF5E-AE79-028E821BC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458" y="83079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003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6FEF73-1922-7278-C955-6DB4EFF50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ABBD13-13B0-D4D0-4813-20243B88A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91585" cy="246731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6701E4D-E057-AE0E-C9B3-14DAC58DF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174" y="1094481"/>
            <a:ext cx="1028844" cy="109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2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7E926-2845-1250-79EC-AC96511F0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A206368-5DAB-3AC9-23AD-1D923C8F6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172532" cy="24863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4361B1-5CC0-15F4-89DB-765D1EB73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94" y="104542"/>
            <a:ext cx="1019317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780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0</Words>
  <Application>Microsoft Office PowerPoint</Application>
  <PresentationFormat>Widescreen</PresentationFormat>
  <Paragraphs>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Nathan Preuss</dc:creator>
  <cp:lastModifiedBy>Nathan Preuss</cp:lastModifiedBy>
  <cp:revision>4</cp:revision>
  <dcterms:created xsi:type="dcterms:W3CDTF">2026-01-28T19:04:55Z</dcterms:created>
  <dcterms:modified xsi:type="dcterms:W3CDTF">2026-07-14T12:44:26Z</dcterms:modified>
</cp:coreProperties>
</file>
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980" autoAdjust="0"/>
    <p:restoredTop sz="94660"/>
  </p:normalViewPr>
  <p:slideViewPr>
    <p:cSldViewPr snapToGrid="0">
      <p:cViewPr varScale="1">
        <p:scale>
          <a:sx n="116" d="100"/>
          <a:sy n="116" d="100"/>
        </p:scale>
        <p:origin x="198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BF1957-6F1D-840B-67E7-71B5A1AF5EA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8D31CC9-E92E-FDD3-661F-C2687897C3B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DCC09E2-C895-F9E8-04CD-B0686FAD97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C820A4-0B52-43A8-957A-6471D3E9C03A}" type="datetimeFigureOut">
              <a:rPr lang="en-US" smtClean="0"/>
              <a:t>7/10/2026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75D47DF-19A4-D19E-A0CD-6BC9A4C23B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7307777-A8F9-B4DB-41F2-8FABF812A8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B049B7-F412-4D90-84FB-ECDCA95696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998892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6DD56E-F237-6C7A-8AF0-A0BBF478CC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7B7D165-ACC2-3D4A-110F-612E8DFB81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06D4514-2B2A-CB6C-64D1-A43B3496F8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C820A4-0B52-43A8-957A-6471D3E9C03A}" type="datetimeFigureOut">
              <a:rPr lang="en-US" smtClean="0"/>
              <a:t>7/10/2026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1DD90FB-37F3-2E9C-4713-E3320A4C4C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9B411DC-2693-F33E-C9AD-F4E7426A2F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B049B7-F412-4D90-84FB-ECDCA95696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760896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15FDD1-C3B3-509F-BF96-C6888BC1C7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35C5DFB-CC9F-7E5E-4E6E-D8643B24E0B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C1DEEAE-D39C-79E7-1810-ABA81ADA52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C820A4-0B52-43A8-957A-6471D3E9C03A}" type="datetimeFigureOut">
              <a:rPr lang="en-US" smtClean="0"/>
              <a:t>7/10/2026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0B7D3E6-6E83-96B1-864C-42A3CEE353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C249CF5-DF6C-BD20-1AEB-AE1D54670C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B049B7-F412-4D90-84FB-ECDCA95696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40140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9D5B01-4FE9-85DC-C9EF-132BF290AF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D25061D-62BD-8B47-142B-55AC603749F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E14793C-5EB0-BFC6-64DF-08CDF0A482E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964570C-685F-F8FB-75D5-263675D806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C820A4-0B52-43A8-957A-6471D3E9C03A}" type="datetimeFigureOut">
              <a:rPr lang="en-US" smtClean="0"/>
              <a:t>7/10/2026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537E120-6771-8210-5A2C-E0232B2B06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3B42C9D-72EB-DA9E-FCC2-448437965C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B049B7-F412-4D90-84FB-ECDCA95696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974490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78AB73-9CC4-300C-6895-0DB6A51336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DFA5C7A-B8F0-FEE0-3797-83217FCDC63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B012373-DD0E-A6FE-768A-E5EBA2E0890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9A5F6D0-1B6C-077B-51A2-FAA35D79DE1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1591CE3-0029-9C5B-82B9-B58BC646DCC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22D7492-50C7-E49D-0F14-6B0FB04A07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C820A4-0B52-43A8-957A-6471D3E9C03A}" type="datetimeFigureOut">
              <a:rPr lang="en-US" smtClean="0"/>
              <a:t>7/10/2026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7CB5EF6-C56B-A478-9B4B-C093A1070C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45EDBA3-CED9-3974-B777-F75D42F0E8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B049B7-F412-4D90-84FB-ECDCA95696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41900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0735B4-BE64-3F7E-4DD3-EE5D24DAFC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2D33299-64E4-0627-7FE0-D398D9FC46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C820A4-0B52-43A8-957A-6471D3E9C03A}" type="datetimeFigureOut">
              <a:rPr lang="en-US" smtClean="0"/>
              <a:t>7/10/2026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291AAB5-3058-31B6-5CF6-49B7DAF6D4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F964612-07D6-D60E-E82B-FB533FCFFB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B049B7-F412-4D90-84FB-ECDCA95696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197362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D21F051-202C-398D-53A1-FF97A50477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C820A4-0B52-43A8-957A-6471D3E9C03A}" type="datetimeFigureOut">
              <a:rPr lang="en-US" smtClean="0"/>
              <a:t>7/10/2026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5250070-1DD9-26CA-C866-7516AE3ECB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596C3BC-1395-7653-8E6B-350C7A6D87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B049B7-F412-4D90-84FB-ECDCA95696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234664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2A7426-0843-7146-4F88-AE0F8994A9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71981C2-BA17-A5BA-FFC1-2C2EC3AAD93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F1872D9-2CFF-B0E4-C7E8-C64CE8B75E4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A992B34-C221-4DBF-0560-B778A8BD73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C820A4-0B52-43A8-957A-6471D3E9C03A}" type="datetimeFigureOut">
              <a:rPr lang="en-US" smtClean="0"/>
              <a:t>7/10/2026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F81D9C8-EFD6-65EC-A172-F54F4329AC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5E71FC3-BC85-573B-B6DD-4526540D89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B049B7-F412-4D90-84FB-ECDCA95696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444879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58BFD3-3854-2CB1-EA23-F825065581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2963979-547F-C4D2-F8C8-ADEA644968E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0BDA2CE-27D1-7D8B-2659-5B9C9B46851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3CB1360-1888-D46D-1876-A9FBBEBE16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C820A4-0B52-43A8-957A-6471D3E9C03A}" type="datetimeFigureOut">
              <a:rPr lang="en-US" smtClean="0"/>
              <a:t>7/10/2026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C0465A3-4D8A-1DBA-B583-FCE03EF8AA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22F97CF-575A-6659-0623-5BE0F1E9DB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B049B7-F412-4D90-84FB-ECDCA95696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23759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D5F69D-79DD-BB4B-83FE-9FC12429C5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AE24B5C-F2B2-B692-4BDE-3E9B0DDB19A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6D9B748-1839-BEA8-33BE-4551DCA605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C820A4-0B52-43A8-957A-6471D3E9C03A}" type="datetimeFigureOut">
              <a:rPr lang="en-US" smtClean="0"/>
              <a:t>7/10/2026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4C5B6E6-A473-1313-40DC-818E0294B7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09A892B-83F8-EAC0-1127-85FFFE796A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B049B7-F412-4D90-84FB-ECDCA95696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72208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0E541A7-C4EC-AA94-D096-8FE695D8145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9C1AF62-9EDC-EF42-17E1-CBBE1F74128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6751BF2-38A3-3D3E-77CE-73FA042254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C820A4-0B52-43A8-957A-6471D3E9C03A}" type="datetimeFigureOut">
              <a:rPr lang="en-US" smtClean="0"/>
              <a:t>7/10/2026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331F3AD-E6EE-B444-69B6-079F648475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4CFA7C1-D45C-BAF7-E4B5-436CA8D1C9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B049B7-F412-4D90-84FB-ECDCA95696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569679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9009763-AA6C-EF32-E321-6B240172DE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D627BC7-7491-36ED-0A9D-2F99CB11CF3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42D5790-F64C-D2D9-98DD-3FEFEA0CB17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5C820A4-0B52-43A8-957A-6471D3E9C03A}" type="datetimeFigureOut">
              <a:rPr lang="en-US" smtClean="0"/>
              <a:t>7/10/2026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1D13EBE-FE41-5986-0543-98B4EF8DA1E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E3EFDD1-2FB8-3225-B6F1-558C7F8C702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8B049B7-F412-4D90-84FB-ECDCA95696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475488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>
            <a:extLst>
              <a:ext uri="{FF2B5EF4-FFF2-40B4-BE49-F238E27FC236}">
                <a16:creationId xmlns:a16="http://schemas.microsoft.com/office/drawing/2014/main" id="{3D2589A5-11CD-F23F-AA53-D266B0C9DF5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4096322" cy="2429214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4274740D-E5EE-65BC-730C-0D2FD5E25A1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9730" y="53175"/>
            <a:ext cx="1028844" cy="10955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76463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BA566C0F-7EFA-8053-F5AB-99F156488E8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4134427" cy="2429214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021CE6A8-84F5-92F6-653D-B238E05F2F0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2164" y="61081"/>
            <a:ext cx="1028844" cy="10955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1710357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5C81022F-B8FA-FC2E-2681-87AF6A39CB6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4134427" cy="2476846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033F2024-BDDA-B50B-C0F5-DB428C3473F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47367" y="79512"/>
            <a:ext cx="1028844" cy="10955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7686190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A1BBA62E-A587-872F-18E7-DCE1CFEC19F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4134427" cy="2457793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F4285438-8794-8ED6-4C87-E2C847CD47D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34427" y="0"/>
            <a:ext cx="1028844" cy="10955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9115316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42</TotalTime>
  <Words>0</Words>
  <Application>Microsoft Office PowerPoint</Application>
  <PresentationFormat>Widescreen</PresentationFormat>
  <Paragraphs>0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Nathan Preuss</dc:creator>
  <cp:lastModifiedBy>Nathan Preuss</cp:lastModifiedBy>
  <cp:revision>3</cp:revision>
  <dcterms:created xsi:type="dcterms:W3CDTF">2026-01-28T19:04:55Z</dcterms:created>
  <dcterms:modified xsi:type="dcterms:W3CDTF">2026-07-10T14:28:50Z</dcterms:modified>
</cp:coreProperties>
</file>
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12" d="100"/>
          <a:sy n="112" d="100"/>
        </p:scale>
        <p:origin x="35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1957-6F1D-840B-67E7-71B5A1AF5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31CC9-E92E-FDD3-661F-C2687897C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C09E2-C895-F9E8-04CD-B0686FAD9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820A4-0B52-43A8-957A-6471D3E9C03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D47DF-19A4-D19E-A0CD-6BC9A4C2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07777-A8F9-B4DB-41F2-8FABF812A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49B7-F412-4D90-84FB-ECDCA9569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8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D56E-F237-6C7A-8AF0-A0BBF478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7D165-ACC2-3D4A-110F-612E8DFB8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D4514-2B2A-CB6C-64D1-A43B3496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820A4-0B52-43A8-957A-6471D3E9C03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D90FB-37F3-2E9C-4713-E3320A4C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411DC-2693-F33E-C9AD-F4E7426A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49B7-F412-4D90-84FB-ECDCA9569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0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FDD1-C3B3-509F-BF96-C6888BC1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C5DFB-CC9F-7E5E-4E6E-D8643B24E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DEEAE-D39C-79E7-1810-ABA81ADA5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820A4-0B52-43A8-957A-6471D3E9C03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7D3E6-6E83-96B1-864C-42A3CEE3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49CF5-DF6C-BD20-1AEB-AE1D5467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49B7-F412-4D90-84FB-ECDCA9569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5B01-4FE9-85DC-C9EF-132BF290A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5061D-62BD-8B47-142B-55AC603749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4793C-5EB0-BFC6-64DF-08CDF0A48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4570C-685F-F8FB-75D5-263675D80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820A4-0B52-43A8-957A-6471D3E9C03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7E120-6771-8210-5A2C-E0232B2B0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42C9D-72EB-DA9E-FCC2-44843796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49B7-F412-4D90-84FB-ECDCA9569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44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8AB73-9CC4-300C-6895-0DB6A5133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A5C7A-B8F0-FEE0-3797-83217FCDC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12373-DD0E-A6FE-768A-E5EBA2E08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A5F6D0-1B6C-077B-51A2-FAA35D79DE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591CE3-0029-9C5B-82B9-B58BC646D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2D7492-50C7-E49D-0F14-6B0FB04A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820A4-0B52-43A8-957A-6471D3E9C03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B5EF6-C56B-A478-9B4B-C093A1070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5EDBA3-CED9-3974-B777-F75D42F0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49B7-F412-4D90-84FB-ECDCA9569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35B4-BE64-3F7E-4DD3-EE5D24DA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D33299-64E4-0627-7FE0-D398D9FC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820A4-0B52-43A8-957A-6471D3E9C03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1AAB5-3058-31B6-5CF6-49B7DAF6D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64612-07D6-D60E-E82B-FB533FCF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49B7-F412-4D90-84FB-ECDCA9569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7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1F051-202C-398D-53A1-FF97A5047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820A4-0B52-43A8-957A-6471D3E9C03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250070-1DD9-26CA-C866-7516AE3EC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6C3BC-1395-7653-8E6B-350C7A6D8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49B7-F412-4D90-84FB-ECDCA9569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46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7426-0843-7146-4F88-AE0F8994A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981C2-BA17-A5BA-FFC1-2C2EC3AAD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872D9-2CFF-B0E4-C7E8-C64CE8B7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92B34-C221-4DBF-0560-B778A8BD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820A4-0B52-43A8-957A-6471D3E9C03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1D9C8-EFD6-65EC-A172-F54F4329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71FC3-BC85-573B-B6DD-4526540D8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49B7-F412-4D90-84FB-ECDCA9569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4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BFD3-3854-2CB1-EA23-F82506558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963979-547F-C4D2-F8C8-ADEA64496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DA2CE-27D1-7D8B-2659-5B9C9B468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B1360-1888-D46D-1876-A9FBBEBE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820A4-0B52-43A8-957A-6471D3E9C03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465A3-4D8A-1DBA-B583-FCE03EF8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F97CF-575A-6659-0623-5BE0F1E9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49B7-F412-4D90-84FB-ECDCA9569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7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5F69D-79DD-BB4B-83FE-9FC12429C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24B5C-F2B2-B692-4BDE-3E9B0DDB1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9B748-1839-BEA8-33BE-4551DCA60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820A4-0B52-43A8-957A-6471D3E9C03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5B6E6-A473-1313-40DC-818E0294B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A892B-83F8-EAC0-1127-85FFFE796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49B7-F412-4D90-84FB-ECDCA9569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541A7-C4EC-AA94-D096-8FE695D814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1AF62-9EDC-EF42-17E1-CBBE1F741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51BF2-38A3-3D3E-77CE-73FA0422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820A4-0B52-43A8-957A-6471D3E9C03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1F3AD-E6EE-B444-69B6-079F64847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FA7C1-D45C-BAF7-E4B5-436CA8D1C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49B7-F412-4D90-84FB-ECDCA9569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96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009763-AA6C-EF32-E321-6B240172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27BC7-7491-36ED-0A9D-2F99CB11C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D5790-F64C-D2D9-98DD-3FEFEA0CB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820A4-0B52-43A8-957A-6471D3E9C03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13EBE-FE41-5986-0543-98B4EF8DA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EFDD1-2FB8-3225-B6F1-558C7F8C7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B049B7-F412-4D90-84FB-ECDCA9569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5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D2589A5-11CD-F23F-AA53-D266B0C9D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96322" cy="2429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74740D-E5EE-65BC-730C-0D2FD5E25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30" y="53175"/>
            <a:ext cx="1028844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4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566C0F-7EFA-8053-F5AB-99F156488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34427" cy="24292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1CE6A8-84F5-92F6-653D-B238E05F2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64" y="61081"/>
            <a:ext cx="1028844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03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81022F-B8FA-FC2E-2681-87AF6A39C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34427" cy="24768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3F2024-BDDA-B50B-C0F5-DB428C347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367" y="79512"/>
            <a:ext cx="1028844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61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BBA62E-A587-872F-18E7-DCE1CFEC1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34427" cy="24577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285438-8794-8ED6-4C87-E2C847CD4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427" y="0"/>
            <a:ext cx="1028844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153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F5F33-99CA-0504-6C3C-DB72A8328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86A5D1-DE65-90C0-D7DC-5479E164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34427" cy="24482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932843-C86B-DF5E-AE79-028E821BC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58" y="83079"/>
            <a:ext cx="1028844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03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EF73-1922-7278-C955-6DB4EFF5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ABBD13-13B0-D4D0-4813-20243B88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91585" cy="24673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701E4D-E057-AE0E-C9B3-14DAC58DF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174" y="1094481"/>
            <a:ext cx="1028844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83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7E926-2845-1250-79EC-AC96511F0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206368-5DAB-3AC9-23AD-1D923C8F6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72532" cy="2486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4361B1-5CC0-15F4-89DB-765D1EB73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94" y="104542"/>
            <a:ext cx="1019317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80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AF7B41-2AF8-ED15-2D54-B0208B0A2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0691"/>
            <a:ext cx="8534839" cy="2619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E3438E-FC38-CB18-6748-6E3EA9455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0" y="2510069"/>
            <a:ext cx="8540929" cy="38923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6934BA-EC05-928F-0A44-0816A91E9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664" y="0"/>
            <a:ext cx="4194175" cy="2468880"/>
          </a:xfrm>
          <a:prstGeom prst="rect">
            <a:avLst/>
          </a:prstGeom>
          <a:noFill/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24B9E2-5E36-E8A1-61A7-DFD913456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090" y="0"/>
            <a:ext cx="4346754" cy="24688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9B3CFF5-7C7E-73D2-F9B8-A7ACB708FEB2}"/>
              </a:ext>
            </a:extLst>
          </p:cNvPr>
          <p:cNvSpPr txBox="1"/>
          <p:nvPr/>
        </p:nvSpPr>
        <p:spPr>
          <a:xfrm>
            <a:off x="0" y="0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CB8934-7794-39A8-23C3-C6EFEAA45BB9}"/>
              </a:ext>
            </a:extLst>
          </p:cNvPr>
          <p:cNvSpPr txBox="1"/>
          <p:nvPr/>
        </p:nvSpPr>
        <p:spPr>
          <a:xfrm>
            <a:off x="4340664" y="-5772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FFB92D-E72C-3B79-B889-D459FB78CCA1}"/>
              </a:ext>
            </a:extLst>
          </p:cNvPr>
          <p:cNvSpPr txBox="1"/>
          <p:nvPr/>
        </p:nvSpPr>
        <p:spPr>
          <a:xfrm>
            <a:off x="-6090" y="2512535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1E74A-6C0B-C870-CAD8-4A9C9C72E41C}"/>
              </a:ext>
            </a:extLst>
          </p:cNvPr>
          <p:cNvSpPr txBox="1"/>
          <p:nvPr/>
        </p:nvSpPr>
        <p:spPr>
          <a:xfrm>
            <a:off x="-45131" y="6280427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16399-7FA6-02F3-E901-27739DA3695E}"/>
              </a:ext>
            </a:extLst>
          </p:cNvPr>
          <p:cNvSpPr txBox="1"/>
          <p:nvPr/>
        </p:nvSpPr>
        <p:spPr>
          <a:xfrm>
            <a:off x="-67697" y="7614550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e)</a:t>
            </a:r>
          </a:p>
        </p:txBody>
      </p:sp>
    </p:spTree>
    <p:extLst>
      <p:ext uri="{BB962C8B-B14F-4D97-AF65-F5344CB8AC3E}">
        <p14:creationId xmlns:p14="http://schemas.microsoft.com/office/powerpoint/2010/main" val="2980240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7C7894-B42C-4EFC-DB7E-66C4FE98AC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8" b="1"/>
          <a:stretch>
            <a:fillRect/>
          </a:stretch>
        </p:blipFill>
        <p:spPr>
          <a:xfrm>
            <a:off x="0" y="2062149"/>
            <a:ext cx="7224584" cy="1547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303A1A-2B69-3B50-4D85-006C452A4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37534"/>
            <a:ext cx="7224584" cy="15922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C123E6-EEFC-56FD-B295-7AFEC4E46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57778"/>
            <a:ext cx="7224584" cy="15433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EB31D0-3A53-8708-36F3-02C6CE1DF1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4916"/>
            <a:ext cx="7224584" cy="20390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130B795-5519-3DE4-B230-D7219BFC6C8A}"/>
              </a:ext>
            </a:extLst>
          </p:cNvPr>
          <p:cNvSpPr txBox="1"/>
          <p:nvPr/>
        </p:nvSpPr>
        <p:spPr>
          <a:xfrm>
            <a:off x="-64763" y="411068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C371E6-A49A-AC37-6815-7FE28499884F}"/>
              </a:ext>
            </a:extLst>
          </p:cNvPr>
          <p:cNvSpPr txBox="1"/>
          <p:nvPr/>
        </p:nvSpPr>
        <p:spPr>
          <a:xfrm>
            <a:off x="-64763" y="1980698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B63DC8-900E-DDCD-C0FA-2BA676249749}"/>
              </a:ext>
            </a:extLst>
          </p:cNvPr>
          <p:cNvSpPr txBox="1"/>
          <p:nvPr/>
        </p:nvSpPr>
        <p:spPr>
          <a:xfrm>
            <a:off x="-64763" y="3594385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6A5C3C-73DB-E283-5918-09021877BC19}"/>
              </a:ext>
            </a:extLst>
          </p:cNvPr>
          <p:cNvSpPr txBox="1"/>
          <p:nvPr/>
        </p:nvSpPr>
        <p:spPr>
          <a:xfrm>
            <a:off x="-64763" y="5163633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803045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DBAAC9-88DC-5BE4-1A32-7FDF0CF05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86411" cy="3599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46FE4D-59D0-8973-BC36-4BD273113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411" y="0"/>
            <a:ext cx="3619957" cy="3599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71A87A-B059-77D9-42CE-0A7F30D0B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368" y="0"/>
            <a:ext cx="3386411" cy="35999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A8B274-5D78-6C90-0B19-2F9B72C5D68A}"/>
              </a:ext>
            </a:extLst>
          </p:cNvPr>
          <p:cNvSpPr txBox="1"/>
          <p:nvPr/>
        </p:nvSpPr>
        <p:spPr>
          <a:xfrm>
            <a:off x="-64762" y="-16476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924875-31D5-1F72-CE11-F7FD72C1C56B}"/>
              </a:ext>
            </a:extLst>
          </p:cNvPr>
          <p:cNvSpPr txBox="1"/>
          <p:nvPr/>
        </p:nvSpPr>
        <p:spPr>
          <a:xfrm>
            <a:off x="3386411" y="-16477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F31408-98BA-0AC8-D841-CFF80E9DD5C3}"/>
              </a:ext>
            </a:extLst>
          </p:cNvPr>
          <p:cNvSpPr txBox="1"/>
          <p:nvPr/>
        </p:nvSpPr>
        <p:spPr>
          <a:xfrm>
            <a:off x="6941519" y="-16478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3931581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9C083E-3F87-E489-2419-ECA541D33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274" y="0"/>
            <a:ext cx="3187067" cy="4645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5AD08C-9A52-09D8-6099-D02ED84D3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719" y="-1"/>
            <a:ext cx="3286029" cy="46455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66D8C0-9354-C70C-D517-EC00585A4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805274" cy="46455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07CEB3-BDFC-8599-CA7C-5CA35AD10F86}"/>
              </a:ext>
            </a:extLst>
          </p:cNvPr>
          <p:cNvSpPr txBox="1"/>
          <p:nvPr/>
        </p:nvSpPr>
        <p:spPr>
          <a:xfrm>
            <a:off x="-64762" y="-16476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EFE27F-2A25-D63A-167D-A53EAAB61BA0}"/>
              </a:ext>
            </a:extLst>
          </p:cNvPr>
          <p:cNvSpPr txBox="1"/>
          <p:nvPr/>
        </p:nvSpPr>
        <p:spPr>
          <a:xfrm>
            <a:off x="3664090" y="-16478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E423EF-9602-B51B-E63A-94467794726D}"/>
              </a:ext>
            </a:extLst>
          </p:cNvPr>
          <p:cNvSpPr txBox="1"/>
          <p:nvPr/>
        </p:nvSpPr>
        <p:spPr>
          <a:xfrm>
            <a:off x="6868773" y="-16479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4067277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FC4FF2-99C0-42D0-F10E-2968EFECE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195" y="0"/>
            <a:ext cx="6133108" cy="31458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EFE37F-DFBB-C4EB-38CC-288414F25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3" r="50000" b="65363"/>
          <a:stretch>
            <a:fillRect/>
          </a:stretch>
        </p:blipFill>
        <p:spPr>
          <a:xfrm>
            <a:off x="74140" y="123044"/>
            <a:ext cx="3605055" cy="2899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C6A861-D6CC-BF40-B197-9A51D34B2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22762"/>
            <a:ext cx="9812303" cy="43740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7C2DEF-856A-B527-CD4C-F76D7381EBFE}"/>
              </a:ext>
            </a:extLst>
          </p:cNvPr>
          <p:cNvSpPr txBox="1"/>
          <p:nvPr/>
        </p:nvSpPr>
        <p:spPr>
          <a:xfrm>
            <a:off x="0" y="0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7AF6BF-FECD-4211-46F4-B7991CF830F4}"/>
              </a:ext>
            </a:extLst>
          </p:cNvPr>
          <p:cNvSpPr txBox="1"/>
          <p:nvPr/>
        </p:nvSpPr>
        <p:spPr>
          <a:xfrm>
            <a:off x="3679195" y="0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904555-3B33-BFBA-0BCA-FE4328BFFBB2}"/>
              </a:ext>
            </a:extLst>
          </p:cNvPr>
          <p:cNvSpPr txBox="1"/>
          <p:nvPr/>
        </p:nvSpPr>
        <p:spPr>
          <a:xfrm>
            <a:off x="0" y="3022762"/>
            <a:ext cx="411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2163555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36</Words>
  <Application>Microsoft Office PowerPoint</Application>
  <PresentationFormat>Widescreen</PresentationFormat>
  <Paragraphs>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Preuss</dc:creator>
  <cp:lastModifiedBy>Nathan Preuss</cp:lastModifiedBy>
  <cp:revision>8</cp:revision>
  <dcterms:created xsi:type="dcterms:W3CDTF">2026-01-28T19:04:55Z</dcterms:created>
  <dcterms:modified xsi:type="dcterms:W3CDTF">2026-09-21T12:27:40Z</dcterms:modified>
</cp:coreProperties>
</file>